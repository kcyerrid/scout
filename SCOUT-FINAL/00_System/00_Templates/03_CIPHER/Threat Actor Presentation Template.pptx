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65F7D-6281-01AB-CCEC-03B7A5FC0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ACB7B-09BC-4964-DF84-BF20E8DE9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213BD-90DE-B4F9-9722-E2EAA28C7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C71E-F0E1-44B4-A57A-4F0EBFD8DFF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F50B8-BAF2-7225-722B-A1BF0E812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07BBA-5FBB-D3B8-524D-6A78C9CC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78387-A81D-4E1A-A4B4-E5047F3F0AC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E49FB3-CF44-2296-A9A5-ABE98EB476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5" y="302340"/>
            <a:ext cx="1600200" cy="3892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04A1DC-845D-3233-2459-420DCB2836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81511"/>
            <a:ext cx="1600200" cy="43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58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2A7D-651F-8BCA-D0F3-892F94361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1621"/>
            <a:ext cx="10515600" cy="389278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95E1D-0AB0-5951-B022-354C4437F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481007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9194-3A82-9E28-36A8-67799A68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C71E-F0E1-44B4-A57A-4F0EBFD8DFF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7132-BA6D-78DA-7501-B84F388A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77F34-CECD-CA03-31E7-24870AD7D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78387-A81D-4E1A-A4B4-E5047F3F0AC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DE1E9-0D8D-8E7F-C91A-510B5C92B2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5" y="302340"/>
            <a:ext cx="1600200" cy="3892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ED0F3D-9208-13AE-239F-83F5D3E47CD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81511"/>
            <a:ext cx="1600200" cy="43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37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F9EBB-6CA3-8C31-1942-4D641463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7093A-8157-3950-7BFF-D1315034A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E0BF1-E64E-8285-1C13-15F17D4B1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C71E-F0E1-44B4-A57A-4F0EBFD8DFF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35449-62FF-4DA1-00B1-67C6D91D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55F5F-960E-0329-9AA0-F5EFDE6DE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78387-A81D-4E1A-A4B4-E5047F3F0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3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A52A-15BE-4BC2-4731-726D349B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0B9DF-6918-4D39-DDEB-67CF1984A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BFBF26-AA0D-5B4F-9D16-9ED88951C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8BA6D-1D5E-1379-C883-C0C2C5CFC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C71E-F0E1-44B4-A57A-4F0EBFD8DFF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3CECC-2C78-75E9-AFF2-5A42F4281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589BC-4AD9-0D2D-8711-5C8976486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78387-A81D-4E1A-A4B4-E5047F3F0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4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4F7A-EA1C-E0E7-BE84-4A167E49C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04761-A9F6-5106-DDF1-5A5759BF1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36EF5-54F9-A206-D4D8-946382C78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720A5-7FFF-759F-41B1-F994791E9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3D8C6-8B11-D634-1967-20F86C6B0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034234-A407-F885-05E1-DE0F6875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C71E-F0E1-44B4-A57A-4F0EBFD8DFF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C68CF-12B1-5CC1-08B8-DFA7496B9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1AB312-3048-749D-4457-90473ED9F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78387-A81D-4E1A-A4B4-E5047F3F0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6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966CF-4DCC-2A67-DABA-49C0D4E9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59AF1-707B-0B62-8D15-058E1790D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C71E-F0E1-44B4-A57A-4F0EBFD8DFF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2A67D-DE86-BB28-D209-788708EF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4D838-4212-7C19-0BE9-3666376B0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78387-A81D-4E1A-A4B4-E5047F3F0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95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7181D-8439-9212-342D-4B7939F56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C71E-F0E1-44B4-A57A-4F0EBFD8DFF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4B11-FD14-FA75-120D-0AA381E1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78AE0-6F83-52AD-2F6A-910CE5E3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78387-A81D-4E1A-A4B4-E5047F3F0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09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F7560-04B9-DF1C-9EB0-86EFE414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0BE9B-CE8E-6630-9482-89A837F25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1EE80-66D9-A7D7-E64A-F3A43AF36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525ED-0D60-703B-AAAB-BD6F3E0B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C71E-F0E1-44B4-A57A-4F0EBFD8DFF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5762F-44FA-1E7D-AB0F-1E219162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FAB54-CDCF-621B-23BD-7500F695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78387-A81D-4E1A-A4B4-E5047F3F0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91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1766F-BF7A-B87D-9D41-73064CDA2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394515-8D36-539A-C818-45DFAD50B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264A2-63AA-40EA-A567-553EDA467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5B3C9-E4D3-5174-8583-7D69AD845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C71E-F0E1-44B4-A57A-4F0EBFD8DFF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406B4-B76E-2BFB-4A55-3F12DC6BC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642E3-BC74-5040-4708-4B4CB9BC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78387-A81D-4E1A-A4B4-E5047F3F0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5143-E2DE-11CE-3ED0-53A5AA4AC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400A8-7A2B-9B3E-80B8-3B7FA91D3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E82AA-2891-95C7-70A0-DA7A79EFE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C71E-F0E1-44B4-A57A-4F0EBFD8DFF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434CE-9126-B26B-EFEA-4573E5EF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FEA47-8C62-D434-0EF9-4568354A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78387-A81D-4E1A-A4B4-E5047F3F0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40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D1FD0-73D9-FDEB-C308-B9EA7334F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DE834-3B28-E4F4-DC0A-2ABB4B1CE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12513-14EE-8E6B-35B1-89F180414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C71E-F0E1-44B4-A57A-4F0EBFD8DFF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E959B-BFFC-D06B-3DC6-E8AAF24C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C6E3D-9FF3-1EA2-732F-60986E1F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78387-A81D-4E1A-A4B4-E5047F3F0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2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0E62DA-FFFC-E191-B333-42313055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352E1-B7D2-740A-DA9C-08CE1959E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CA582-1286-E4A5-5E2E-171C3F888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74C71E-F0E1-44B4-A57A-4F0EBFD8DFF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89CF6-FB98-BAA0-065A-ABD82B12D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A8C66-5448-D58C-A393-FB1802DC7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78387-A81D-4E1A-A4B4-E5047F3F0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1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DAAE-5A88-F2F0-BBBF-C87DB7A9FF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F0C0C-6925-1F84-8094-7A74FF089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5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K.C. Yerrid</dc:creator>
  <cp:lastModifiedBy>K.C. Yerrid</cp:lastModifiedBy>
  <cp:revision>1</cp:revision>
  <dcterms:created xsi:type="dcterms:W3CDTF">2026-01-20T06:49:41Z</dcterms:created>
  <dcterms:modified xsi:type="dcterms:W3CDTF">2026-01-21T04:37:57Z</dcterms:modified>
</cp:coreProperties>
</file>