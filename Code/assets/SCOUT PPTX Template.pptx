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C6F8-3350-B643-A5DD-C4C0C7324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000">
                <a:solidFill>
                  <a:schemeClr val="tx1"/>
                </a:solidFill>
                <a:latin typeface="Aharoni" panose="020F0502020204030204" pitchFamily="2" charset="-79"/>
                <a:cs typeface="Aharoni" panose="020F0502020204030204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A7370-8C1E-C46E-1DE3-B74F1F73A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8144A-72AC-43C8-DB97-E3A00715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E1DF9-617C-7E88-9F86-14F02C4A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29724-2661-BD2C-C1E5-7BA371E8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E4695E-842F-F66E-AC3D-FDAD493609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0" y="167946"/>
            <a:ext cx="1600200" cy="389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FDEFEE-18FF-DBC5-7B7D-FFDE98C818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0" y="136525"/>
            <a:ext cx="1600200" cy="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3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776D-BFC9-D814-869C-859537F0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088"/>
            <a:ext cx="10515600" cy="646979"/>
          </a:xfrm>
        </p:spPr>
        <p:txBody>
          <a:bodyPr/>
          <a:lstStyle>
            <a:lvl1pPr>
              <a:defRPr sz="18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54B98-6FB8-7F7B-BB56-A8A2B762F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520"/>
            <a:ext cx="10515600" cy="4600443"/>
          </a:xfrm>
        </p:spPr>
        <p:txBody>
          <a:bodyPr/>
          <a:lstStyle>
            <a:lvl1pPr>
              <a:defRPr sz="1400">
                <a:latin typeface="Abadi" panose="020F0502020204030204" pitchFamily="34" charset="0"/>
                <a:cs typeface="Aharoni" panose="02010803020104030203" pitchFamily="2" charset="-79"/>
              </a:defRPr>
            </a:lvl1pPr>
            <a:lvl2pPr>
              <a:defRPr sz="1400">
                <a:latin typeface="Abadi" panose="020F0502020204030204" pitchFamily="34" charset="0"/>
                <a:cs typeface="Aharoni" panose="02010803020104030203" pitchFamily="2" charset="-79"/>
              </a:defRPr>
            </a:lvl2pPr>
            <a:lvl3pPr>
              <a:defRPr sz="1400">
                <a:latin typeface="Abadi" panose="020F0502020204030204" pitchFamily="34" charset="0"/>
                <a:cs typeface="Aharoni" panose="02010803020104030203" pitchFamily="2" charset="-79"/>
              </a:defRPr>
            </a:lvl3pPr>
            <a:lvl4pPr>
              <a:defRPr sz="1400">
                <a:latin typeface="Abadi" panose="020F0502020204030204" pitchFamily="34" charset="0"/>
                <a:cs typeface="Aharoni" panose="02010803020104030203" pitchFamily="2" charset="-79"/>
              </a:defRPr>
            </a:lvl4pPr>
            <a:lvl5pPr>
              <a:defRPr sz="1400">
                <a:latin typeface="Abadi" panose="020F0502020204030204" pitchFamily="34" charset="0"/>
                <a:cs typeface="Aharoni" panose="02010803020104030203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A3A81-BA58-E82F-23D5-1A653CFB2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5C78-95D1-2BCE-C681-581740A5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4AAA3-3EC5-C950-981E-ACCA6ACA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D947AD-B931-D31A-372F-D0B70B23B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0" y="167946"/>
            <a:ext cx="1600200" cy="389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228DDB-438B-B920-0E0B-8D081A1749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0" y="136525"/>
            <a:ext cx="1600200" cy="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7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387C-FE15-F341-612F-969E1AEE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0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8DB1A-A779-2233-02FB-25BD6D0FC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badi" panose="020B06040201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0FFC-DD87-DD53-2E81-4C49B34F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D751E-24F2-2B05-E704-1764C458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4AA18-AF7C-47F5-5AD6-2B6A9A10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7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E160-05F2-576D-4CC6-C4EB882A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5D568-458C-D845-67B7-3259799B2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0343C-B608-9BA3-CC62-29AF8A9E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CBAFA-C662-187D-6F8E-3E1DF5C2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0AB7-E358-32DB-E6E0-BE92861F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C456D-E7F9-B368-F7C7-C54D61EA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2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5269-050C-F7ED-442C-C3650EE1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A1E04-B1F6-BFE3-267B-38FE06237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9F20C-19E6-A9EC-9FDD-4A87D6D5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8D1C5-68AE-6C13-AF75-0E990E0D87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3401B-7174-6D76-668A-FDF1382BB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3B64C-5806-45EB-EBC0-A212D3BF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46C2E-3C59-CD2C-2EBB-83757DCE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1D91A-815D-E918-2329-12616C0C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8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1662-CBD3-2FE5-2889-AE979B7E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5F49B-D993-2B11-E488-4DB096E8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7FBCC-35DE-E612-53D0-1BE71C6C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BDAE4-B4A5-FD1A-459B-FD23DDC9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3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82CD81-6A26-ED19-3493-ED770DCC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8270C-C9D4-7C94-0692-0A46E3F2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32D60-7F75-5495-31D3-540DA3E7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DB819-7DD8-F5B6-6E73-37C96381CE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0" y="167946"/>
            <a:ext cx="1600200" cy="389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11760-D811-D837-5287-EB0A639EB4E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0" y="136525"/>
            <a:ext cx="1600200" cy="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3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27A4-C404-0831-B3DE-DFE27434F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8565B-6E16-6CF4-C78F-2CD5B830C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8BA84-CC8B-365A-69BE-CF1FC4CFF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79B75-0DC2-31B9-8F2E-1D7E689A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3692B-939A-3ABE-02A0-B7C8AE90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33F3C-71F3-5375-AB91-96F31570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4D92-C4F0-6C2F-1A4B-196500DD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81CFF-9BB4-C0B6-8346-EB44F4B97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85DE4-51A3-D785-DC2F-DD5724E3F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4ED54-79D2-5142-D498-E090ADD7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6152F-E229-BB6F-F5F1-1CC30098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55AD5-072F-60FE-DF02-B6411FD2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2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2B56-BE4C-6C38-2BF6-18C1589F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3C60F-B9DF-A693-C50A-067FFC668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3D0B0-06A8-779B-F9D0-1148FADE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AC594-AF02-D007-8C26-A9DC5C49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02899-42D1-904C-FBCE-306C8956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1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0515A-7826-33D0-8019-BC65CD608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7B306-E789-FA89-EA0A-7173512C4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D5099-677C-72E0-8C42-D132DA2B8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5B9E-047C-B1F8-92FD-B1BF94D6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76FC-09E6-8347-CBE7-E495443B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2833D-D80B-C632-F09B-443EAAE9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44EE4-6692-174F-8F8E-BCAD91539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7A377-03D2-B0D7-A99C-83B10EF7F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279C6-9B9C-499D-A458-9E8A9261875F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81FE5-167F-D578-9290-B7D56F601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09115-9633-7B57-657F-8219A445B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01BF8-A202-46D1-988B-47E141EFD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2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434B-2EA1-45F7-2AEC-CEA484E7F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C34D8-D595-6FDB-6094-BD37079BD7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4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OUT Fonts">
      <a:majorFont>
        <a:latin typeface="Aharoni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Abadi</vt:lpstr>
      <vt:lpstr>Aharoni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K.C. Yerrid</dc:creator>
  <cp:lastModifiedBy>K.C. Yerrid</cp:lastModifiedBy>
  <cp:revision>5</cp:revision>
  <dcterms:created xsi:type="dcterms:W3CDTF">2025-12-28T12:23:17Z</dcterms:created>
  <dcterms:modified xsi:type="dcterms:W3CDTF">2026-01-20T02:08:10Z</dcterms:modified>
</cp:coreProperties>
</file>